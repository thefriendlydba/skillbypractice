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620"/>
    <p:restoredTop sz="94664" autoAdjust="0"/>
  </p:normalViewPr>
  <p:slideViewPr>
    <p:cSldViewPr snapToGrid="0" snapToObjects="1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microsoft.com/en-us/sql/relational-databases/sql-server-transaction-log-architecture-and-management-guide?view=sql-server-ver1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relational-databases/sql-server-transaction-log-architecture-and-management-guide?view=sql-server-ver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SQL </a:t>
            </a:r>
            <a:r>
              <a:rPr/>
              <a:t>Server </a:t>
            </a:r>
            <a:r>
              <a:rPr lang="en-US" dirty="0" smtClean="0"/>
              <a:t>Database </a:t>
            </a:r>
            <a:br>
              <a:rPr lang="en-US" dirty="0" smtClean="0"/>
            </a:br>
            <a:r>
              <a:rPr lang="en-US" dirty="0" smtClean="0"/>
              <a:t>T</a:t>
            </a:r>
            <a:r>
              <a:rPr smtClean="0"/>
              <a:t>ransaction </a:t>
            </a:r>
            <a:r>
              <a:rPr/>
              <a:t>Log </a:t>
            </a:r>
            <a:r>
              <a:rPr smtClean="0"/>
              <a:t>Full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smtClean="0"/>
              <a:t>Demo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Problem, Symptoms, </a:t>
            </a:r>
            <a:r>
              <a:rPr/>
              <a:t>and </a:t>
            </a:r>
            <a:r>
              <a:rPr smtClean="0"/>
              <a:t>Solutions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What is a SQL Server transaction log</a:t>
            </a:r>
          </a:p>
          <a:p>
            <a:pPr>
              <a:buNone/>
            </a:pPr>
            <a:r>
              <a:t>• Problem scenario: </a:t>
            </a:r>
            <a:r>
              <a:rPr/>
              <a:t>Log </a:t>
            </a:r>
            <a:r>
              <a:rPr smtClean="0"/>
              <a:t>full</a:t>
            </a:r>
            <a:r>
              <a:rPr lang="en-US" dirty="0" smtClean="0"/>
              <a:t> or almost full</a:t>
            </a:r>
            <a:endParaRPr/>
          </a:p>
          <a:p>
            <a:pPr>
              <a:buNone/>
            </a:pPr>
            <a:r>
              <a:t>• Symptoms and errors</a:t>
            </a:r>
          </a:p>
          <a:p>
            <a:pPr>
              <a:buNone/>
            </a:pPr>
            <a:r>
              <a:t>• Root cause</a:t>
            </a:r>
          </a:p>
          <a:p>
            <a:pPr>
              <a:buNone/>
            </a:pPr>
            <a:r>
              <a:t>• Solutions and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Database in FULL recovery model</a:t>
            </a:r>
          </a:p>
          <a:p>
            <a:pPr>
              <a:buNone/>
            </a:pPr>
            <a:r>
              <a:t>• Small transaction log file</a:t>
            </a:r>
          </a:p>
          <a:p>
            <a:pPr>
              <a:buNone/>
            </a:pPr>
            <a:r>
              <a:t>• Large transaction started</a:t>
            </a:r>
          </a:p>
          <a:p>
            <a:pPr>
              <a:buNone/>
            </a:pPr>
            <a:r>
              <a:t>• Transaction left open (no COMMIT or ROLLBACK)</a:t>
            </a:r>
          </a:p>
          <a:p>
            <a:pPr>
              <a:buNone/>
            </a:pPr>
            <a:r>
              <a:t>• No log truncation possible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Transaction log keeps growing</a:t>
            </a:r>
          </a:p>
          <a:p>
            <a:pPr>
              <a:buNone/>
            </a:pPr>
            <a:r>
              <a:t>• DBCC SQLPERF(LOGSPACE) shows log near 100%</a:t>
            </a:r>
          </a:p>
          <a:p>
            <a:pPr>
              <a:buNone/>
            </a:pPr>
            <a:r>
              <a:t>• Log backups do NOT reduce log usage</a:t>
            </a:r>
          </a:p>
          <a:p>
            <a:pPr>
              <a:buNone/>
            </a:pPr>
            <a:r>
              <a:t>• New transactions start failing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The transaction log for database is full</a:t>
            </a:r>
          </a:p>
          <a:p>
            <a:pPr>
              <a:buNone/>
            </a:pPr>
            <a:r>
              <a:t>• Reason: ACTIVE_TRANSACTION</a:t>
            </a:r>
          </a:p>
          <a:p>
            <a:pPr>
              <a:buNone/>
            </a:pPr>
            <a:r>
              <a:t>• Applications may stop working</a:t>
            </a:r>
          </a:p>
          <a:p>
            <a:pPr>
              <a:buNone/>
            </a:pPr>
            <a:r>
              <a:t>• Blocking and performance issues increase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Active or long-running transaction</a:t>
            </a:r>
          </a:p>
          <a:p>
            <a:pPr>
              <a:buNone/>
            </a:pPr>
            <a:r>
              <a:t>• SQL Server must keep log records</a:t>
            </a:r>
          </a:p>
          <a:p>
            <a:pPr>
              <a:buNone/>
            </a:pPr>
            <a:r>
              <a:t>• Log backups cannot truncate active log records</a:t>
            </a:r>
          </a:p>
          <a:p>
            <a:pPr>
              <a:buNone/>
            </a:pPr>
            <a:r>
              <a:t>• Often caused by ETL jobs or uncommitted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– Correct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Identify open transaction (DBCC OPENTRAN)</a:t>
            </a:r>
          </a:p>
          <a:p>
            <a:pPr>
              <a:buNone/>
            </a:pPr>
            <a:r>
              <a:t>• Commit or rollback the transaction</a:t>
            </a:r>
          </a:p>
          <a:p>
            <a:pPr>
              <a:buNone/>
            </a:pPr>
            <a:r>
              <a:t>• Take a log backup</a:t>
            </a:r>
          </a:p>
          <a:p>
            <a:pPr>
              <a:buNone/>
            </a:pPr>
            <a:r>
              <a:t>• Monitor log usage proactively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– </a:t>
            </a:r>
            <a:r>
              <a:rPr/>
              <a:t>Correct </a:t>
            </a:r>
            <a:r>
              <a:rPr smtClean="0"/>
              <a:t>Approach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8937" y="1233669"/>
            <a:ext cx="7781109" cy="367937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>
                <a:hlinkClick r:id="rId2"/>
              </a:rPr>
              <a:t>SQL Server Transaction Log Architecture and Management Guide - SQL Server | Microsoft Learn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8937" y="1601606"/>
            <a:ext cx="7489372" cy="49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Emergency Option (Use with Caution)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Switch recovery model to SIMPLE</a:t>
            </a:r>
          </a:p>
          <a:p>
            <a:pPr>
              <a:buNone/>
            </a:pPr>
            <a:r>
              <a:t>• This truncates the log immediately</a:t>
            </a:r>
          </a:p>
          <a:p>
            <a:pPr>
              <a:buNone/>
            </a:pPr>
            <a:r>
              <a:t>• Breaks the log backup chain</a:t>
            </a:r>
          </a:p>
          <a:p>
            <a:pPr>
              <a:buNone/>
            </a:pPr>
            <a:r>
              <a:t>• Only use in critical emergencies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Proper transaction design</a:t>
            </a:r>
          </a:p>
          <a:p>
            <a:pPr>
              <a:buNone/>
            </a:pPr>
            <a:r>
              <a:t>• Frequent log backups</a:t>
            </a:r>
          </a:p>
          <a:p>
            <a:pPr>
              <a:buNone/>
            </a:pPr>
            <a:r>
              <a:t>• Avoid long-running open transactions</a:t>
            </a:r>
          </a:p>
          <a:p>
            <a:pPr>
              <a:buNone/>
            </a:pPr>
            <a:r>
              <a:t>• Size log files correctly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Microsoft SQL Server Log File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Official Microsoft guidance</a:t>
            </a:r>
          </a:p>
          <a:p>
            <a:pPr>
              <a:buNone/>
            </a:pPr>
            <a:r>
              <a:t>• Transaction log architecture and sizing</a:t>
            </a:r>
          </a:p>
          <a:p>
            <a:pPr>
              <a:buNone/>
            </a:pPr>
            <a:r>
              <a:t>• Recovery model behavior</a:t>
            </a:r>
          </a:p>
          <a:p>
            <a:pPr>
              <a:buNone/>
            </a:pPr>
            <a:r>
              <a:rPr/>
              <a:t>• </a:t>
            </a:r>
            <a:r>
              <a:rPr lang="en-US" dirty="0" smtClean="0">
                <a:hlinkClick r:id="rId2"/>
              </a:rPr>
              <a:t>SQL Server Transaction Log Architecture and Management Guide - SQL Server | Microsoft Learn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288</Words>
  <Application>Microsoft Macintosh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SQL Server Database  Transaction Log Full  Demo</vt:lpstr>
      <vt:lpstr>Agenda</vt:lpstr>
      <vt:lpstr>Problem Scenario</vt:lpstr>
      <vt:lpstr>Symptoms</vt:lpstr>
      <vt:lpstr>Common Error Message</vt:lpstr>
      <vt:lpstr>Root Cause</vt:lpstr>
      <vt:lpstr>Solution – Correct Approach</vt:lpstr>
      <vt:lpstr>Solution – Correct Approach</vt:lpstr>
      <vt:lpstr>Emergency Option (Use with Caution)</vt:lpstr>
      <vt:lpstr>Best Practices</vt:lpstr>
      <vt:lpstr>Microsoft SQL Server Log File Design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Transaction Log Full Demo</dc:title>
  <dc:creator>Tariq</dc:creator>
  <dc:description>generated using python-pptx</dc:description>
  <cp:lastModifiedBy>Tariq</cp:lastModifiedBy>
  <cp:revision>8</cp:revision>
  <dcterms:created xsi:type="dcterms:W3CDTF">2013-01-27T09:14:16Z</dcterms:created>
  <dcterms:modified xsi:type="dcterms:W3CDTF">2026-01-18T22:36:00Z</dcterms:modified>
</cp:coreProperties>
</file>