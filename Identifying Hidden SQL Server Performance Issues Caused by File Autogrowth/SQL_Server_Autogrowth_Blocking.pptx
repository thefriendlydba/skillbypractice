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58" r:id="rId4"/>
    <p:sldId id="257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3735" autoAdjust="0"/>
  </p:normalViewPr>
  <p:slideViewPr>
    <p:cSldViewPr snapToGrid="0" snapToObjects="1">
      <p:cViewPr varScale="1">
        <p:scale>
          <a:sx n="115" d="100"/>
          <a:sy n="115" d="100"/>
        </p:scale>
        <p:origin x="-239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703E5-D082-4477-94DB-E580AE0888F1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9D76E-3BBC-469C-9444-3CF57B50681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this demo shows blocking caused by autogrowth, not locks.</a:t>
            </a:r>
          </a:p>
          <a:p>
            <a:r>
              <a:t>Walk through each step while showing the queries.</a:t>
            </a:r>
          </a:p>
          <a:p>
            <a:r>
              <a:t>Pause on the blocking screen and highlight wait types.</a:t>
            </a:r>
          </a:p>
          <a:p>
            <a:r>
              <a:t>End by explaining why pre-sizing fixes the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A_digital_infographic_illustrates_SQL_Server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2465"/>
            <a:ext cx="7772400" cy="1470025"/>
          </a:xfrm>
        </p:spPr>
        <p:txBody>
          <a:bodyPr/>
          <a:lstStyle/>
          <a:p>
            <a:r>
              <a:rPr smtClean="0"/>
              <a:t>SQL Server Blocking Caused by Autogrowth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2809703"/>
            <a:ext cx="6600305" cy="2668384"/>
          </a:xfrm>
        </p:spPr>
        <p:txBody>
          <a:bodyPr>
            <a:normAutofit/>
          </a:bodyPr>
          <a:lstStyle/>
          <a:p>
            <a:r>
              <a:rPr lang="en-US" dirty="0" smtClean="0"/>
              <a:t>A Common DBA Blind Spot</a:t>
            </a:r>
          </a:p>
          <a:p>
            <a:r>
              <a:rPr smtClean="0"/>
              <a:t>Why this blocking has nothing to do with locks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Slower </a:t>
            </a:r>
            <a:r>
              <a:rPr smtClean="0"/>
              <a:t>Insert </a:t>
            </a:r>
            <a:r>
              <a:t>and </a:t>
            </a:r>
            <a:r>
              <a:rPr/>
              <a:t>update </a:t>
            </a:r>
            <a:r>
              <a:rPr smtClean="0"/>
              <a:t>sessions</a:t>
            </a:r>
            <a:endParaRPr lang="en-US" dirty="0" smtClean="0"/>
          </a:p>
          <a:p>
            <a:r>
              <a:rPr smtClean="0"/>
              <a:t>Blocking </a:t>
            </a:r>
            <a:r>
              <a:t>chains appear unexpectedly</a:t>
            </a:r>
          </a:p>
          <a:p>
            <a:r>
              <a:rPr lang="en-US" dirty="0" smtClean="0"/>
              <a:t>Blocking occurs in bursts, usually every few seconds</a:t>
            </a:r>
            <a:endParaRPr/>
          </a:p>
          <a:p>
            <a:r>
              <a:t>No table or row locks involved</a:t>
            </a:r>
          </a:p>
          <a:p>
            <a:r>
              <a:t>Wait types </a:t>
            </a:r>
            <a:r>
              <a:rPr/>
              <a:t>like </a:t>
            </a:r>
            <a:r>
              <a:rPr lang="en-US" dirty="0" smtClean="0"/>
              <a:t>WRITELOG, </a:t>
            </a:r>
            <a:r>
              <a:rPr smtClean="0"/>
              <a:t>PAGELATCH_UP </a:t>
            </a:r>
            <a:r>
              <a:t>and PREEMPTIVE_OS_WRITEFILEGATHER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files configured with very small initial size</a:t>
            </a:r>
          </a:p>
          <a:p>
            <a:r>
              <a:t>Tiny autogrowth increments</a:t>
            </a:r>
          </a:p>
          <a:p>
            <a:r>
              <a:t>Autogrowth is a synchronous operation</a:t>
            </a:r>
          </a:p>
          <a:p>
            <a:r>
              <a:t>User activity pauses while the file grows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Pre-size data and log files</a:t>
            </a:r>
          </a:p>
          <a:p>
            <a:r>
              <a:t>Avoid small autogrowth increments</a:t>
            </a:r>
          </a:p>
          <a:p>
            <a:r>
              <a:t>Use fixed growth sizes such as 512MB or 1GB</a:t>
            </a:r>
          </a:p>
          <a:p>
            <a:r>
              <a:rPr lang="en-US" dirty="0" smtClean="0"/>
              <a:t>Enable instant file initialization (reduce file growth time) </a:t>
            </a:r>
          </a:p>
          <a:p>
            <a:r>
              <a:rPr smtClean="0"/>
              <a:t>Monitor </a:t>
            </a:r>
            <a:r>
              <a:t>autogrowth via error log or default trace</a:t>
            </a:r>
          </a:p>
          <a:p>
            <a:r>
              <a:t>Treat frequent autogrowth as a configuration issue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3764"/>
                </a:solidFill>
              </a:rPr>
              <a:t>Demo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23232"/>
                </a:solidFill>
              </a:rPr>
              <a:t>Step 1: Create database with small file and tiny autogrowth</a:t>
            </a:r>
          </a:p>
          <a:p>
            <a:r>
              <a:rPr sz="2000">
                <a:solidFill>
                  <a:srgbClr val="323232"/>
                </a:solidFill>
              </a:rPr>
              <a:t>Step 2: Create space-consuming table</a:t>
            </a:r>
          </a:p>
          <a:p>
            <a:r>
              <a:rPr sz="2000">
                <a:solidFill>
                  <a:srgbClr val="323232"/>
                </a:solidFill>
              </a:rPr>
              <a:t>Step 3: Start first insert session (lead blocker)</a:t>
            </a:r>
          </a:p>
          <a:p>
            <a:r>
              <a:rPr sz="2000">
                <a:solidFill>
                  <a:srgbClr val="323232"/>
                </a:solidFill>
              </a:rPr>
              <a:t>Step 4: Start second insert session</a:t>
            </a:r>
          </a:p>
          <a:p>
            <a:r>
              <a:rPr sz="2000">
                <a:solidFill>
                  <a:srgbClr val="323232"/>
                </a:solidFill>
              </a:rPr>
              <a:t>Step 5: Observe blocking and wait types</a:t>
            </a:r>
          </a:p>
          <a:p>
            <a:r>
              <a:rPr sz="2000">
                <a:solidFill>
                  <a:srgbClr val="323232"/>
                </a:solidFill>
              </a:rPr>
              <a:t>Step 6: Confirm autogrowth via default trace</a:t>
            </a:r>
          </a:p>
          <a:p>
            <a:r>
              <a:rPr sz="2000">
                <a:solidFill>
                  <a:srgbClr val="323232"/>
                </a:solidFill>
              </a:rPr>
              <a:t>Step 7: Apply fix by pre-sizing and adjusting autogrowth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227</Words>
  <Application>Microsoft Macintosh PowerPoint</Application>
  <PresentationFormat>On-screen Show (4:3)</PresentationFormat>
  <Paragraphs>34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SQL Server Blocking Caused by Autogrowth</vt:lpstr>
      <vt:lpstr>Symptoms</vt:lpstr>
      <vt:lpstr>Problem</vt:lpstr>
      <vt:lpstr>Solution</vt:lpstr>
      <vt:lpstr>Demo Walkthrough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Tariq</dc:creator>
  <dc:description>generated using python-pptx</dc:description>
  <cp:lastModifiedBy>Tariq</cp:lastModifiedBy>
  <cp:revision>10</cp:revision>
  <dcterms:created xsi:type="dcterms:W3CDTF">2013-01-27T09:14:16Z</dcterms:created>
  <dcterms:modified xsi:type="dcterms:W3CDTF">2026-01-18T18:39:01Z</dcterms:modified>
</cp:coreProperties>
</file>